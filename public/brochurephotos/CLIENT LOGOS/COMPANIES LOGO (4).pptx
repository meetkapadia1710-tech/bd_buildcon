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C"/>
    <a:srgbClr val="FFFF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8" d="100"/>
          <a:sy n="98" d="100"/>
        </p:scale>
        <p:origin x="-252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47298C-BAD5-493D-B31E-06E3484CD7B9}" type="datetimeFigureOut">
              <a:rPr lang="en-US" smtClean="0"/>
              <a:pPr/>
              <a:t>29/06/2018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35777-FD25-4EB6-887B-4702C889454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6042" t="12500" r="23177" b="20833"/>
          <a:stretch>
            <a:fillRect/>
          </a:stretch>
        </p:blipFill>
        <p:spPr bwMode="auto">
          <a:xfrm>
            <a:off x="381000" y="0"/>
            <a:ext cx="8382000" cy="6877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py-of-©-Continental-Tire-1-1.jp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76200" y="1066800"/>
            <a:ext cx="91440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DIC 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600" y="2362200"/>
            <a:ext cx="3852680" cy="21183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xresdefault.jpg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lum contrast="10000"/>
          </a:blip>
          <a:srcRect t="16517" b="14995"/>
          <a:stretch>
            <a:fillRect/>
          </a:stretch>
        </p:blipFill>
        <p:spPr>
          <a:xfrm>
            <a:off x="0" y="1447800"/>
            <a:ext cx="9144000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ZCL-logo.jpg"/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lum contrast="10000"/>
          </a:blip>
          <a:stretch>
            <a:fillRect/>
          </a:stretch>
        </p:blipFill>
        <p:spPr>
          <a:xfrm>
            <a:off x="0" y="762000"/>
            <a:ext cx="9144000" cy="52384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bostik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eckitt.jpg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0" y="685800"/>
            <a:ext cx="91440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 descr="HSCL.jpg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286000" y="1143000"/>
            <a:ext cx="4191000" cy="4676444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160</TotalTime>
  <Words>0</Words>
  <Application>Microsoft Office PowerPoint</Application>
  <PresentationFormat>On-screen Show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Keyur</dc:creator>
  <cp:lastModifiedBy>Keyur</cp:lastModifiedBy>
  <cp:revision>17</cp:revision>
  <dcterms:created xsi:type="dcterms:W3CDTF">2018-06-27T13:11:28Z</dcterms:created>
  <dcterms:modified xsi:type="dcterms:W3CDTF">2018-06-29T06:04:38Z</dcterms:modified>
</cp:coreProperties>
</file>